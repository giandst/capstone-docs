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Plataforma de apoyo al Modelo de Prevención del Delito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Proyecto APT — Ingeniería en Informática, APT122</a:t>
            </a:r>
          </a:p>
          <a:p>
            <a:r>
              <a:rPr sz="1600"/>
              <a:t>Grupo 7</a:t>
            </a:r>
          </a:p>
          <a:p>
            <a:r>
              <a:rPr sz="1600"/>
              <a:t>Gianluca De Sinis Tudor Mutis · Gerald Quiñenao · Nicolás Reyes</a:t>
            </a:r>
          </a:p>
          <a:p>
            <a:r>
              <a:rPr sz="1600"/>
              <a:t>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Problema y 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La Ley 20.393 art. 3 inc. 3 no exime por TENER un Modelo de Prevención del Delito:</a:t>
            </a:r>
          </a:p>
          <a:p>
            <a:r>
              <a:rPr sz="1600"/>
              <a:t>exime si fue «adoptado e implementado» antes del delito.</a:t>
            </a:r>
          </a:p>
          <a:p>
            <a:r>
              <a:rPr sz="1600"/>
              <a:t>La Ley 21.595 endureció la exigencia y amplió el catálogo de delitos.</a:t>
            </a:r>
          </a:p>
          <a:p>
            <a:r>
              <a:rPr sz="1600"/>
              <a:t>El riesgo real es el modelo de papel: políticas firmadas que no vigilaron nada.</a:t>
            </a:r>
          </a:p>
          <a:p>
            <a:r>
              <a:rPr sz="1600"/>
              <a:t>Acreditar que el modelo operó es un problema de trazabilidad, no sólo jurídico.</a:t>
            </a:r>
          </a:p>
          <a:p>
            <a:r>
              <a:rPr sz="1600"/>
              <a:t>Afecta al encargado de cumplimiento, a las jefaturas y al auditor externo,</a:t>
            </a:r>
          </a:p>
          <a:p>
            <a:r>
              <a:rPr sz="1600"/>
              <a:t>que la Ley 21.595 convirtió en requisito legal y no en figura narrativa.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Solución propuesta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Un motor de controles, no una colección de pantallas.</a:t>
            </a:r>
          </a:p>
          <a:p>
            <a:r>
              <a:rPr sz="1600"/>
              <a:t>Tres capas: Eventos → Señales → Controles.</a:t>
            </a:r>
          </a:p>
          <a:p>
            <a:r>
              <a:rPr sz="1600"/>
              <a:t>Un control es CONFIGURACIÓN, no código: declara qué evento observa,</a:t>
            </a:r>
          </a:p>
          <a:p>
            <a:r>
              <a:rPr sz="1600"/>
              <a:t>qué señales compone, con qué pesos y con qué umbrales.</a:t>
            </a:r>
          </a:p>
          <a:p>
            <a:r>
              <a:rPr sz="1600"/>
              <a:t>Incorporar un delito nuevo es agregar filas, no programar.</a:t>
            </a:r>
          </a:p>
          <a:p>
            <a:r>
              <a:rPr sz="1600"/>
              <a:t>Toda alerta llega con su desglose: qué señal disparó y cuánto aportó.</a:t>
            </a:r>
          </a:p>
          <a:p>
            <a:r>
              <a:rPr sz="1600"/>
              <a:t>El sistema no determina el delito: prioriza la revisión de una persona.</a:t>
            </a:r>
          </a:p>
          <a:p>
            <a:r>
              <a:rPr sz="1600"/>
              <a:t>Una persona siempre decide, porque un computador no puede ser responsable.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Metodología y avances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Cadena de derivación: delito → conducta típica → rastro → dato → señal → control.</a:t>
            </a:r>
          </a:p>
          <a:p>
            <a:r>
              <a:rPr sz="1600"/>
              <a:t>El método no confirmó el diseño previo: lo corrigió tres veces.</a:t>
            </a:r>
          </a:p>
          <a:p>
            <a:r>
              <a:rPr sz="1600"/>
              <a:t>El delito es corrupción entre particulares (CP 287 bis), no soborno y cohecho:</a:t>
            </a:r>
          </a:p>
          <a:p>
            <a:r>
              <a:rPr sz="1600"/>
              <a:t>la organización es privada y no interviene funcionario público.</a:t>
            </a:r>
          </a:p>
          <a:p>
            <a:r>
              <a:rPr sz="1600"/>
              <a:t>La cadena obligó a agregar una señal no prevista: adjudicación sin competencia.</a:t>
            </a:r>
          </a:p>
          <a:p>
            <a:r>
              <a:rPr sz="1600"/>
              <a:t>Alcance comprometido por escrito ANTES de construir, con fechas de corte.</a:t>
            </a:r>
          </a:p>
          <a:p>
            <a:r>
              <a:rPr sz="1600"/>
              <a:t>Recorrido vertical completo antes de ensanchar cualquier capa.</a:t>
            </a:r>
          </a:p>
          <a:p>
            <a:r>
              <a:rPr sz="1600"/>
              <a:t>Evaluación con datos sintéticos etiquetados: sin etiquetas no hay recall que medir.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Lote ciego plantado por un tercero: la única contramedida que el equipo no puede ejecutar.</a:t>
            </a:r>
          </a:p>
          <a:p>
            <a:r>
              <a:rPr sz="1600"/>
              <a:t>Ensanchar el catálogo de señales con las candidatas que la derivación ya identificó.</a:t>
            </a:r>
          </a:p>
          <a:p>
            <a:r>
              <a:rPr sz="1600"/>
              <a:t>Segundo control sobre pago o transferencia, para lavado de activos.</a:t>
            </a:r>
          </a:p>
          <a:p>
            <a:r>
              <a:rPr sz="1600"/>
              <a:t>Trabajo futuro declarado: canal de denuncias, integración con ERP,</a:t>
            </a:r>
          </a:p>
          <a:p>
            <a:r>
              <a:rPr sz="1600"/>
              <a:t>enriquecimiento desde fuentes públicas y tablero de efectividad.</a:t>
            </a:r>
          </a:p>
          <a:p>
            <a:r>
              <a:rPr sz="1600"/>
              <a:t>El aprendizaje automático queda fuera por diseño: sólo priorizaría, nunca determinaría.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